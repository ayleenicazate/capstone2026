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JBrO7oznLKI0zMekH0+4+r8bW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0" y="1450674"/>
            <a:ext cx="121920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AgroSense: 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Estación agroambiental autónoma con detección espectral y control de riego para agricultura de precisión.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085626" y="758019"/>
            <a:ext cx="7633494" cy="4350553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Diego Cornejo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Ingeniero de Hardware y Montaje 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Johan Gallardo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Ingeniero de Firmware y Comunicaciones 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Ayleen Guajardo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Ingeniera de Backend y Datos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AgroSense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4" name="Google Shape;104;p2"/>
          <p:cNvSpPr/>
          <p:nvPr/>
        </p:nvSpPr>
        <p:spPr>
          <a:xfrm>
            <a:off x="4085626" y="5251729"/>
            <a:ext cx="7633500" cy="13596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6EA2D9"/>
              </a:gs>
              <a:gs pos="50000">
                <a:srgbClr val="5197DA"/>
              </a:gs>
              <a:gs pos="100000">
                <a:srgbClr val="4185C7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4231852" y="5387779"/>
            <a:ext cx="1526700" cy="1087500"/>
          </a:xfrm>
          <a:prstGeom prst="roundRect">
            <a:avLst>
              <a:gd fmla="val 10000" name="adj"/>
            </a:avLst>
          </a:prstGeom>
          <a:solidFill>
            <a:srgbClr val="C1D2EA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5758554" y="5251724"/>
            <a:ext cx="59709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s-CL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Kevin Santander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Scrum Master, Frontend y Calibración 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AgroSense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5" name="Google Shape;115;p3"/>
          <p:cNvSpPr/>
          <p:nvPr/>
        </p:nvSpPr>
        <p:spPr>
          <a:xfrm>
            <a:off x="714900" y="1840525"/>
            <a:ext cx="4348800" cy="47511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Déficit hídrico y riego ineficiente: Predominio del riego por calendario fijo sin considerar la humedad real del suelo.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Fertilización a ciegas: Desconocimiento de nutrientes disponibles en tiempo real, provocando sub-fertilización o lixiviación.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Barrera económica: Soluciones comerciales de agricultura de precisión de costo prohibitivo para pequeños y medianos productores.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888375" y="1840525"/>
            <a:ext cx="4348800" cy="47511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Nodo IoT autónomo: Estación alimentada por energía solar basada en ESP32 con operación continua desatendida.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Sensado multivariable: Medición simultánea de microclima, humedad del suelo, nutrientes NPK y reflectancia espectral foliar.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y telemetría: Riego automático local por histéresis y transmisión vía MQTT hacia una plataforma web para análisis histórico.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AgroSense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0" y="68547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6" name="Google Shape;126;p4"/>
          <p:cNvSpPr txBox="1"/>
          <p:nvPr/>
        </p:nvSpPr>
        <p:spPr>
          <a:xfrm>
            <a:off x="-24" y="249668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14525" y="1282524"/>
            <a:ext cx="10962900" cy="1135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Diseñar, construir y validar una estación agroambiental autónoma de bajo costo y energéticamente independiente, capaz de monitorear microclima, suelo y reflectancia foliar, ejecutar riego automatizado por umbral y transmitir su telemetría a una plataforma web para visualización y análisis.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14550" y="3222150"/>
            <a:ext cx="10962900" cy="351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1.- Implementar el subsistema de energía solar con autonomía de al menos 5 días sin radiación.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2.- Integrar los cinco sensores en un nodo ESP32 gestionando buses I²C, analógico y Modbus RTU/RS485.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3.- Desarrollar el firmware embebido con modos de bajo consumo (deep sleep) y algoritmos de riego por histéresis.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4.- Construir la plataforma web (API Node.js, base de series de tiempo PostgreSQL/TimescaleDB y dashboard en Next.js).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5.- Calibrar y validar experimentalmente los sensores, contrastando lecturas NPK frente a laboratorio químico.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6.- Ejecutar una campaña de adquisición continua en terreno durante al menos 3 semanas.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3" name="Google Shape;1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AgroSense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cxnSp>
        <p:nvCxnSpPr>
          <p:cNvPr id="135" name="Google Shape;135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6" name="Google Shape;136;p5"/>
          <p:cNvSpPr/>
          <p:nvPr/>
        </p:nvSpPr>
        <p:spPr>
          <a:xfrm>
            <a:off x="614550" y="777800"/>
            <a:ext cx="10962900" cy="5960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Nodo autónomo individual: Un (1) nodo funcional en gabinete estanco IP65 apto para intemperie, alimentado por energía solar.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riego local: Automatización del riego sobre una sola zona por umbrales e histéresis.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web integrada: Ingesta vía MQTT, persistencia de series de tiempo en PostgreSQL/TimescaleDB y dashboard en Next.js.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empírica: Calibración documentada en banco y campaña continua de datos en terreno por al menos 3 semanas.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 del proyecto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Topología de red: Diseño acotado a nodo único (fuera del alcance: redes mesh o multi-nodo).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Sensado cualitativo y proxies: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sensor MQ-135 entrega un índice relativo ($R_s/R_0$), no concentraciones absolutas en ppm.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sonda NPK infiere nutrientes desde la conductividad eléctrica; se valida contra laboratorio, no sustituye una certificación metrológica.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Sensado espectral puntual: El sensor AS7262 opera en bandas visibles (índices TGI, GLI, VARI; no NDVI) y mide un parche foliar puntual, sin cubrir el dosel completo.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Actuación restringida: El sistema gestiona el riego hídrico, no la dosificación automatizada de fertilizantes.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AgroSense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cxnSp>
        <p:nvCxnSpPr>
          <p:cNvPr id="143" name="Google Shape;143;p6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4" name="Google Shape;144;p6"/>
          <p:cNvSpPr/>
          <p:nvPr/>
        </p:nvSpPr>
        <p:spPr>
          <a:xfrm>
            <a:off x="190825" y="777800"/>
            <a:ext cx="11722800" cy="5960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Marco </a:t>
            </a: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Trabajo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Metodología Ágil Scrum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temporal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12 semanas de desarrollo divididas en 6 Sprints de 2 semanas cada uno.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Ceremonias clave: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Planning: Definición del objetivo y tareas prioritarias por iteración.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Sincronizaciones periódicas: Seguimiento de dependencias críticas entre hardware, firmware y cloud.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Review y Retrospective: Demostración de incrementos funcionales y mejora continua del equipo.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Etapas de Desarrollo por Sprints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Sprints 1 y 2 (Sem 1–4) — Definición y Prototipado: Aprovisionamiento de componentes, validación individual de sensores en banco y dimensionamiento energético solar.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Sprints 3 y 4 (Sem 5–8) — Integración y Lógica de Borde: Firmware con deep sleep, buses I²C/ADC1/Modbus, algoritmo de riego y cumplimiento del hito crítico en semana 7 (primer dato viajando y persistido de extremo a extremo).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5 (Sem 9–10) — Terreno y Calibración: Ensamble en gabinete IP65, instalación física en terreno y contraste de nutrientes contra análisis químico de laboratorio.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6 (Sem 11–12) — Análisis y Cierre: Consolidación de 3 semanas de telemetría continua, estabilización del dashboard en Next.js y preparación de la defensa final.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077" y="0"/>
            <a:ext cx="103018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4" name="Google Shape;1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AgroSense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0" y="497454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58" name="Google Shape;15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4263" y="1226635"/>
            <a:ext cx="8343474" cy="556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3" name="Google Shape;1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AgroSense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0" y="667176"/>
            <a:ext cx="12192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b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cxnSp>
        <p:nvCxnSpPr>
          <p:cNvPr id="166" name="Google Shape;166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7" name="Google Shape;16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1588" y="1354475"/>
            <a:ext cx="8088824" cy="53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8" name="Google Shape;1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4" name="Google Shape;1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0" name="Google Shape;1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