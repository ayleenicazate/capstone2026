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DgYOMkOjKlwtCElwR83bmOTdF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28f1d94f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a28f1d94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28f1d94f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a28f1d94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28f1d94f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a28f1d94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28f1d94f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a28f1d94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28f1d94f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a28f1d94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0" y="1450674"/>
            <a:ext cx="12192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AgroSense: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Estación agroambiental autónoma con detección espectral y control de riego para agricultura de precisión.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085626" y="7580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Cornejo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Ingeniero de Hardware y Montaje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Johan Gallardo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Ingeniero de Firmware y Comunicaciones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Ayleen Guajardo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Ingeniera de Backend y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4085626" y="5251729"/>
            <a:ext cx="7633500" cy="1359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2D9"/>
              </a:gs>
              <a:gs pos="50000">
                <a:srgbClr val="5197DA"/>
              </a:gs>
              <a:gs pos="100000">
                <a:srgbClr val="4185C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231852" y="5387779"/>
            <a:ext cx="1526700" cy="1087500"/>
          </a:xfrm>
          <a:prstGeom prst="roundRect">
            <a:avLst>
              <a:gd fmla="val 10000" name="adj"/>
            </a:avLst>
          </a:prstGeom>
          <a:solidFill>
            <a:srgbClr val="C1D2EA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758554" y="5251724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Kevin Santander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Master, Frontend y Calibración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0" y="96622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04475" y="1612725"/>
            <a:ext cx="4752300" cy="5017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ineficiente del riego:Los métodos basados en horarios fijos no consideran necesariamente las condiciones reales de humedad del suelo.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monitoreo ambiental: La ausencia de mediciones continuas dificulta identificar cambios en el microclima y las condiciones del cultivo.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limitado a tecnología:Las soluciones comerciales de monitoreo y automatización pueden representar una barrera económica para pequeños productores.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97450" y="1612725"/>
            <a:ext cx="5069400" cy="5017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Estación agroambiental IoT: Dispositivo basado en ESP32 para adquirir mediciones ambientales y del suelo mediante sensores de bajo costo.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y análisis de datos: Transmisión mediante Wi-Fi y Firebase, procesamiento con .NET, almacenamiento en PostgreSQL y BigQuery y visualización en una plataforma web.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del riego:Control local de una bomba mediante umbrales de humedad, histéresis y configuración remota desde la aplicación.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0" y="68547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6" name="Google Shape;126;p4"/>
          <p:cNvSpPr txBox="1"/>
          <p:nvPr/>
        </p:nvSpPr>
        <p:spPr>
          <a:xfrm>
            <a:off x="-24" y="249668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25" y="1282524"/>
            <a:ext cx="10962900" cy="113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Diseñar, desarrollar e integrar una estación agroambiental IoT de bajo costo, basada en ESP32, capaz de monitorear variables ambientales y del suelo, automatizar el riego mediante umbrales configurables y transmitir datos a una plataforma web para su visualización, almacenamiento y análisis histórico.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4550" y="3222150"/>
            <a:ext cx="10962900" cy="351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sensores de temperatura, humedad ambiental, humedad del suelo, espectro de luz visible y calidad del aire a un microcontrolador ESP32.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el firmware para adquirir mediciones, transmitirlas mediante Wi-Fi y ejecutar el control automático y manual del riego.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comunicación bidireccional entre el ESP32 y Firebase Realtime Database para transmitir lecturas y recibir configuraciones remotas.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API REST en ASP.NET Core y un sistema de persistencia en PostgreSQL para procesar, validar y almacenar las mediciones y los eventos de riego.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plataforma web en React y TypeScript para visualizar datos en tiempo real, consultar históricos, configurar la estación y gestionar alertas.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BigQuery para el análisis histórico y BigQuery ML para la generación de pronósticos, evaluando el funcionamiento del sistema mediante pruebas de integración.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614550" y="777800"/>
            <a:ext cx="10962900" cy="596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L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01. Estación ESP32 y sensores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02. Telemetría Wi-Fi / Firebase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03. Riego automático y manual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04. Plataforma web y PostgreSQL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05. Analítica BigQuery y alertas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L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01. Prototipo de una estación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02. Sensores sin calibración industrial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03. Espectro visible, sin NDVI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04. Consumo de agua estimado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05. Autonomía y terreno por validar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190825" y="777800"/>
            <a:ext cx="11722800" cy="596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de Trabajo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Metodología Ágil Scrum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temporal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10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semanas de desarrollo divididas en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Sprints de 2 semanas cada uno.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Ceremonias clave: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Planning: Definición del objetivo y tareas prioritarias por iteración.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Sincronizaciones periódicas: Seguimiento de dependencias críticas entre hardware, firmware y cloud.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Review y Retrospective: Demostración de incrementos funcionales y mejora continua del equipo.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 de Desarrollo por Sprints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1 y 2 (Sem 1–4) — Definición y Prototipado: Aprovisionamiento de componentes, validación individual de sensores en banco y dimensionamiento energético solar.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3 y 4 (Sem 5–8) — Integración y Lógica de Borde: Firmware con deep sleep, buses I²C/ADC1/Modbus, algoritmo de riego y cumplimiento del hito crítico en semana 7 (primer dato viajando y persistido de extremo a extremo).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5 (Sem 9–10) — Terreno y Calibración: Ensamble en gabinete IP65, instalación física en terreno y contraste de nutrientes contra análisis químico de laboratorio.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6 (Sem 11–12) — Análisis y Cierre: Consolidación de 3 semanas de telemetría continua, estabilización del dashboard en Next.js y preparación de la defensa final.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6" title="Metodología y evolución del MVP AgroSense.png"/>
          <p:cNvPicPr preferRelativeResize="0"/>
          <p:nvPr/>
        </p:nvPicPr>
        <p:blipFill rotWithShape="1">
          <a:blip r:embed="rId4">
            <a:alphaModFix/>
          </a:blip>
          <a:srcRect b="0" l="0" r="0" t="10762"/>
          <a:stretch/>
        </p:blipFill>
        <p:spPr>
          <a:xfrm>
            <a:off x="6875" y="738250"/>
            <a:ext cx="12178248" cy="611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077" y="0"/>
            <a:ext cx="103018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56" name="Google Shape;156;p8" title="Arquitectura del software AgroSen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1230920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“AgroSense”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0" y="667176"/>
            <a:ext cx="12192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b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65" name="Google Shape;165;p10" title="Tecnologías utilizadas en AgroSen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1976" cy="684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fa28f1d94f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325" y="0"/>
            <a:ext cx="96333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fa28f1d94f_1_2"/>
          <p:cNvSpPr txBox="1"/>
          <p:nvPr/>
        </p:nvSpPr>
        <p:spPr>
          <a:xfrm>
            <a:off x="0" y="2834725"/>
            <a:ext cx="314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Figma:</a:t>
            </a:r>
            <a:b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Representación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fa28f1d94f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325" y="0"/>
            <a:ext cx="963334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fa28f1d94f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425" y="0"/>
            <a:ext cx="965915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fa28f1d94f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8163" y="0"/>
            <a:ext cx="8515674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fa28f1d94f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50" y="0"/>
            <a:ext cx="967429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2" title="Resultados obtenidos del proyecto AgroSen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1218548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3" title="Obstáculos y aprendizajes técnicos del prototip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"/>
            <a:ext cx="12191998" cy="6861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